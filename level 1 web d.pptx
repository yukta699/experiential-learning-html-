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40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654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94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17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8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57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88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1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94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08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3709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19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97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27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82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7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755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Computer Science Department Website</a:t>
            </a:r>
          </a:p>
          <a:p>
            <a:r>
              <a:rPr sz="1800" dirty="0"/>
              <a:t>Built using  HTML</a:t>
            </a:r>
          </a:p>
          <a:p>
            <a:r>
              <a:rPr sz="1800" dirty="0"/>
              <a:t>Includes Faculty, Research, Timetable</a:t>
            </a:r>
          </a:p>
          <a:p>
            <a:r>
              <a:rPr sz="1800" dirty="0"/>
              <a:t>Uses semantic elements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&lt;!DOCTYPE html&gt;</a:t>
            </a:r>
          </a:p>
          <a:p>
            <a:r>
              <a:rPr sz="1800"/>
              <a:t>&lt;html&gt;</a:t>
            </a:r>
          </a:p>
          <a:p>
            <a:r>
              <a:rPr sz="1800"/>
              <a:t>&lt;head&gt;</a:t>
            </a:r>
          </a:p>
          <a:p>
            <a:r>
              <a:rPr sz="1800"/>
              <a:t>&lt;title&gt;Computer Science Department&lt;/title&gt;</a:t>
            </a:r>
          </a:p>
          <a:p>
            <a:r>
              <a:rPr sz="1800"/>
              <a:t>&lt;/head&gt;</a:t>
            </a:r>
          </a:p>
          <a:p>
            <a:r>
              <a:rPr sz="1800"/>
              <a:t>&lt;body&gt;</a:t>
            </a:r>
          </a:p>
          <a:p>
            <a:r>
              <a:rPr sz="1800"/>
              <a:t>&lt;header&gt;...&lt;/header&gt;</a:t>
            </a:r>
          </a:p>
          <a:p>
            <a:r>
              <a:rPr sz="1800"/>
              <a:t>&lt;nav&gt;...&lt;/nav&gt;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&lt;section id='home'&gt;...&lt;/section&gt;</a:t>
            </a:r>
          </a:p>
          <a:p>
            <a:r>
              <a:rPr sz="1800"/>
              <a:t>&lt;section id='faculty'&gt;</a:t>
            </a:r>
          </a:p>
          <a:p>
            <a:r>
              <a:rPr sz="1800"/>
              <a:t>&lt;table&gt; (images + faculty)&lt;/table&gt;</a:t>
            </a:r>
          </a:p>
          <a:p>
            <a:r>
              <a:rPr sz="1800"/>
              <a:t>&lt;/section&gt;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(Part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&lt;section id='research'&gt;...&lt;/section&gt;</a:t>
            </a:r>
          </a:p>
          <a:p>
            <a:r>
              <a:rPr sz="1800"/>
              <a:t>&lt;section id='timetable'&gt;</a:t>
            </a:r>
          </a:p>
          <a:p>
            <a:r>
              <a:rPr sz="1800"/>
              <a:t>&lt;table&gt; timetable &lt;/table&gt;</a:t>
            </a:r>
          </a:p>
          <a:p>
            <a:r>
              <a:rPr sz="1800"/>
              <a:t>&lt;/section&gt;</a:t>
            </a:r>
          </a:p>
          <a:p>
            <a:r>
              <a:rPr sz="1800"/>
              <a:t>&lt;footer&gt;...&lt;/footer&gt;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Tags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1800"/>
              <a:t>&lt;html&gt;</a:t>
            </a:r>
          </a:p>
          <a:p>
            <a:r>
              <a:rPr sz="1800"/>
              <a:t>&lt;head&gt;</a:t>
            </a:r>
          </a:p>
          <a:p>
            <a:r>
              <a:rPr sz="1800"/>
              <a:t>&lt;body&gt;</a:t>
            </a:r>
          </a:p>
          <a:p>
            <a:r>
              <a:rPr sz="1800"/>
              <a:t>&lt;header&gt;</a:t>
            </a:r>
          </a:p>
          <a:p>
            <a:r>
              <a:rPr sz="1800"/>
              <a:t>&lt;nav&gt;</a:t>
            </a:r>
          </a:p>
          <a:p>
            <a:r>
              <a:rPr sz="1800"/>
              <a:t>&lt;main&gt;</a:t>
            </a:r>
          </a:p>
          <a:p>
            <a:r>
              <a:rPr sz="1800"/>
              <a:t>&lt;section&gt;</a:t>
            </a:r>
          </a:p>
          <a:p>
            <a:r>
              <a:rPr sz="1800"/>
              <a:t>&lt;table&gt;</a:t>
            </a:r>
          </a:p>
          <a:p>
            <a:r>
              <a:rPr sz="1800"/>
              <a:t>&lt;tr&gt;</a:t>
            </a:r>
          </a:p>
          <a:p>
            <a:r>
              <a:rPr sz="1800"/>
              <a:t>&lt;td&gt;</a:t>
            </a:r>
          </a:p>
          <a:p>
            <a:r>
              <a:rPr sz="1800"/>
              <a:t>&lt;th&gt;</a:t>
            </a:r>
          </a:p>
          <a:p>
            <a:r>
              <a:rPr sz="1800"/>
              <a:t>&lt;img&gt;</a:t>
            </a:r>
          </a:p>
          <a:p>
            <a:r>
              <a:rPr sz="1800"/>
              <a:t>&lt;a&gt;</a:t>
            </a:r>
          </a:p>
          <a:p>
            <a:r>
              <a:rPr sz="1800"/>
              <a:t>&lt;ul&gt;</a:t>
            </a:r>
          </a:p>
          <a:p>
            <a:r>
              <a:rPr sz="1800"/>
              <a:t>&lt;li&gt;</a:t>
            </a:r>
          </a:p>
          <a:p>
            <a:r>
              <a:rPr sz="1800"/>
              <a:t>&lt;footer&gt;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Insert your screenshot here</a:t>
            </a:r>
          </a:p>
          <a:p>
            <a:r>
              <a:rPr sz="1800"/>
              <a:t>Shows:</a:t>
            </a:r>
          </a:p>
          <a:p>
            <a:r>
              <a:rPr sz="1800"/>
              <a:t>- Header and navigation</a:t>
            </a:r>
          </a:p>
          <a:p>
            <a:r>
              <a:rPr sz="1800"/>
              <a:t>- Faculty images</a:t>
            </a:r>
          </a:p>
          <a:p>
            <a:r>
              <a:rPr sz="1800"/>
              <a:t>- Research section</a:t>
            </a:r>
          </a:p>
          <a:p>
            <a:r>
              <a:rPr sz="1800"/>
              <a:t>- Timetable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Thank You!</a:t>
            </a:r>
          </a:p>
          <a:p>
            <a:r>
              <a:rPr lang="en-IN" sz="1800" dirty="0"/>
              <a:t>Any Questions?</a:t>
            </a:r>
            <a:endParaRPr sz="1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200</Words>
  <Application>Microsoft Office PowerPoint</Application>
  <PresentationFormat>On-screen Show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Introduction</vt:lpstr>
      <vt:lpstr>Code (Part 1)</vt:lpstr>
      <vt:lpstr>Code (Part 2)</vt:lpstr>
      <vt:lpstr>Code (Part 3)</vt:lpstr>
      <vt:lpstr>Tags Used</vt:lpstr>
      <vt:lpstr>Output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Yukta Bante</dc:creator>
  <cp:keywords/>
  <dc:description>generated using python-pptx</dc:description>
  <cp:lastModifiedBy>Yukta Bante</cp:lastModifiedBy>
  <cp:revision>3</cp:revision>
  <dcterms:created xsi:type="dcterms:W3CDTF">2013-01-27T09:14:16Z</dcterms:created>
  <dcterms:modified xsi:type="dcterms:W3CDTF">2026-04-07T11:15:10Z</dcterms:modified>
  <cp:category/>
</cp:coreProperties>
</file>